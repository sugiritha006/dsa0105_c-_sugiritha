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mbria Bold" charset="1" panose="02040803050406030204"/>
      <p:regular r:id="rId20"/>
    </p:embeddedFont>
    <p:embeddedFont>
      <p:font typeface="Times New Roman Bold" charset="1" panose="02020803070505020304"/>
      <p:regular r:id="rId21"/>
    </p:embeddedFont>
    <p:embeddedFont>
      <p:font typeface="Calibri (MS) Bold" charset="1" panose="020F0702030404030204"/>
      <p:regular r:id="rId25"/>
    </p:embeddedFont>
    <p:embeddedFont>
      <p:font typeface="Cambria" charset="1" panose="02040503050406030204"/>
      <p:regular r:id="rId26"/>
    </p:embeddedFont>
    <p:embeddedFont>
      <p:font typeface="Calibri (MS)" charset="1" panose="020F0502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null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5770" y="256222"/>
            <a:ext cx="17221105" cy="2215801"/>
            <a:chOff x="0" y="0"/>
            <a:chExt cx="22961473" cy="2954401"/>
          </a:xfrm>
        </p:grpSpPr>
        <p:sp>
          <p:nvSpPr>
            <p:cNvPr name="Freeform 3" id="3" descr="SIMATS ENGINEERING —BIOTECHNOLOGY"/>
            <p:cNvSpPr/>
            <p:nvPr/>
          </p:nvSpPr>
          <p:spPr>
            <a:xfrm flipH="false" flipV="false" rot="0">
              <a:off x="0" y="0"/>
              <a:ext cx="22961473" cy="2954401"/>
            </a:xfrm>
            <a:custGeom>
              <a:avLst/>
              <a:gdLst/>
              <a:ahLst/>
              <a:cxnLst/>
              <a:rect r="r" b="b" t="t" l="l"/>
              <a:pathLst>
                <a:path h="2954401" w="22961473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79161" y="2702366"/>
            <a:ext cx="14014361" cy="284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6"/>
              </a:lnSpc>
            </a:pPr>
            <a:r>
              <a:rPr lang="en-US" sz="57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CampusFlow: An Intelligent Campus Queue Management and Resource Allocation System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19950" y="5833262"/>
            <a:ext cx="1053278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DSA0105A-OBJECT ORIENTED PROGRAMING WITH C++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90998" y="7695876"/>
            <a:ext cx="5468303" cy="233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 :Mr.JEGADEESHK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Industrial professional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Coimbatore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13548" y="7086600"/>
            <a:ext cx="5554028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	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Cheerala Jyothi (192425312)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Anto Princy A (192411071)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 Dhana Sri (1925260062)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M.Sugiritha(192471020)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92740" y="2881770"/>
            <a:ext cx="7449645" cy="5209261"/>
            <a:chOff x="0" y="0"/>
            <a:chExt cx="9932860" cy="69456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32924" cy="6945630"/>
            </a:xfrm>
            <a:custGeom>
              <a:avLst/>
              <a:gdLst/>
              <a:ahLst/>
              <a:cxnLst/>
              <a:rect r="r" b="b" t="t" l="l"/>
              <a:pathLst>
                <a:path h="6945630" w="9932924">
                  <a:moveTo>
                    <a:pt x="0" y="0"/>
                  </a:moveTo>
                  <a:lnTo>
                    <a:pt x="9932924" y="0"/>
                  </a:lnTo>
                  <a:lnTo>
                    <a:pt x="9932924" y="6945630"/>
                  </a:lnTo>
                  <a:lnTo>
                    <a:pt x="0" y="6945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23" t="0" r="-11223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47833" y="930269"/>
            <a:ext cx="419232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5860" y="2284514"/>
            <a:ext cx="9107329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CampusFlow is an intelligent system for managing campus queues and resources.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Estimates student waiting times using queue and service data.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Forecasts crowd congestion using historical demand patterns.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Recommends suitable counters, staff, and available campus resources.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Provides dashboards and analytics to support efficient campus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2982" y="1847078"/>
            <a:ext cx="9181214" cy="866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Students experience long queues at canteens and administrative offices.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Lack of real-time information makes waiting times unpredictable.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Uneven demand leads to overcrowded facilities and underutilized resources.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Manual resource allocation makes it difficult to respond to changing demand.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Existing basic token systems may not provide predictive analytics or resource recommendations.</a:t>
            </a:r>
          </a:p>
          <a:p>
            <a:pPr algn="l" marL="931420" indent="-310473" lvl="2">
              <a:lnSpc>
                <a:spcPts val="488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015395" y="2538794"/>
            <a:ext cx="7589520" cy="5539550"/>
            <a:chOff x="0" y="0"/>
            <a:chExt cx="10119360" cy="7386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19360" cy="7386066"/>
            </a:xfrm>
            <a:custGeom>
              <a:avLst/>
              <a:gdLst/>
              <a:ahLst/>
              <a:cxnLst/>
              <a:rect r="r" b="b" t="t" l="l"/>
              <a:pathLst>
                <a:path h="7386066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7386066"/>
                  </a:lnTo>
                  <a:lnTo>
                    <a:pt x="0" y="7386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743" t="0" r="-147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638723" y="327012"/>
            <a:ext cx="9010555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885194" y="971550"/>
            <a:ext cx="451760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4011" y="2447925"/>
            <a:ext cx="14205918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 a C++-based intelligent campus queue management system.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 waiting times and forecast future crowd congestion.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Optimize the allocation of counters, staff, and campus resources.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 real-time queue status and resource availability through a dashboard.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Evaluate system efficiency using prediction accuracy and resource utilization metrics.</a:t>
            </a:r>
          </a:p>
          <a:p>
            <a:pPr algn="l" marL="931420" indent="-310473" lvl="2">
              <a:lnSpc>
                <a:spcPts val="488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19779" y="1231887"/>
            <a:ext cx="764843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0710" y="2870835"/>
            <a:ext cx="14490535" cy="61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Centralized platform for managing campus facilities, queues, and resources.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Digital token generation with queue-position tracking.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Waiting-time prediction using service duration and queue information.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Intelligent recommendations based on demand, availability, and capacity.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Analytics dashboard with congestion alerts and resource-allocation insights.</a:t>
            </a:r>
          </a:p>
          <a:p>
            <a:pPr algn="l" marL="931420" indent="-310473" lvl="2">
              <a:lnSpc>
                <a:spcPts val="488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24000">
            <a:off x="5273802" y="247402"/>
            <a:ext cx="11808990" cy="9806140"/>
            <a:chOff x="0" y="0"/>
            <a:chExt cx="15745320" cy="130748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45333" cy="13074904"/>
            </a:xfrm>
            <a:custGeom>
              <a:avLst/>
              <a:gdLst/>
              <a:ahLst/>
              <a:cxnLst/>
              <a:rect r="r" b="b" t="t" l="l"/>
              <a:pathLst>
                <a:path h="13074904" w="15745333">
                  <a:moveTo>
                    <a:pt x="0" y="109347"/>
                  </a:moveTo>
                  <a:lnTo>
                    <a:pt x="15654782" y="0"/>
                  </a:lnTo>
                  <a:lnTo>
                    <a:pt x="15745333" y="12965557"/>
                  </a:lnTo>
                  <a:lnTo>
                    <a:pt x="90551" y="13074904"/>
                  </a:lnTo>
                  <a:lnTo>
                    <a:pt x="0" y="109347"/>
                  </a:lnTo>
                  <a:close/>
                </a:path>
              </a:pathLst>
            </a:custGeom>
            <a:blipFill>
              <a:blip r:embed="rId5"/>
              <a:stretch>
                <a:fillRect l="0" t="-5026" r="0" b="-502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0983" y="2721597"/>
            <a:ext cx="4659916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53838" y="446961"/>
            <a:ext cx="838031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8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1: Campus Facility, User and Queue Management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15898" y="2037931"/>
            <a:ext cx="8174736" cy="7788964"/>
          </a:xfrm>
          <a:custGeom>
            <a:avLst/>
            <a:gdLst/>
            <a:ahLst/>
            <a:cxnLst/>
            <a:rect r="r" b="b" t="t" l="l"/>
            <a:pathLst>
              <a:path h="7788964" w="8174736">
                <a:moveTo>
                  <a:pt x="0" y="0"/>
                </a:moveTo>
                <a:lnTo>
                  <a:pt x="8174736" y="0"/>
                </a:lnTo>
                <a:lnTo>
                  <a:pt x="8174736" y="7788964"/>
                </a:lnTo>
                <a:lnTo>
                  <a:pt x="0" y="778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0152" y="2564130"/>
            <a:ext cx="7903597" cy="72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Manages student, staff, and administrator accounts.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Registers campus facilities, counters, and resource capacities.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Generates unique digital tokens for campus services.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Maintains queue order and tracks service status.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Stores user, facility, and queue records in MySQL.</a:t>
            </a:r>
          </a:p>
          <a:p>
            <a:pPr algn="l" marL="914278" indent="-304759" lvl="2">
              <a:lnSpc>
                <a:spcPts val="479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995392" y="3242310"/>
            <a:ext cx="7053596" cy="527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roles, facility type, queue length, token ID, service status.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Organized digital queues and centralized campus data management.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53838" y="446961"/>
            <a:ext cx="919352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8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2: Waiting-Time Prediction and Crowd Forecasting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15898" y="2037931"/>
            <a:ext cx="8174736" cy="7788964"/>
          </a:xfrm>
          <a:custGeom>
            <a:avLst/>
            <a:gdLst/>
            <a:ahLst/>
            <a:cxnLst/>
            <a:rect r="r" b="b" t="t" l="l"/>
            <a:pathLst>
              <a:path h="7788964" w="8174736">
                <a:moveTo>
                  <a:pt x="0" y="0"/>
                </a:moveTo>
                <a:lnTo>
                  <a:pt x="8174736" y="0"/>
                </a:lnTo>
                <a:lnTo>
                  <a:pt x="8174736" y="7788964"/>
                </a:lnTo>
                <a:lnTo>
                  <a:pt x="0" y="778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0152" y="2389823"/>
            <a:ext cx="8249212" cy="782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Estimates waiting time using queue length and service duration.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Calculates average service time from historical records.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Forecasts future demand over 15-, 30-, and 60-minute intervals.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Classifies congestion as Low, Moderate, High, or Critical.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Explains predictions using current queue and historical demand data</a:t>
            </a:r>
          </a:p>
          <a:p>
            <a:pPr algn="l" marL="914278" indent="-304759" lvl="2">
              <a:lnSpc>
                <a:spcPts val="479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056381" y="3018682"/>
            <a:ext cx="7053596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waiting, service duration, active counters, historical arrivals.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More predictable waiting times and early identification of congestion</a:t>
            </a:r>
          </a:p>
          <a:p>
            <a:pPr algn="ctr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53838" y="446961"/>
            <a:ext cx="919352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8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3: Intelligent Resource Allocation and Scheduling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15898" y="2037931"/>
            <a:ext cx="8174736" cy="7788964"/>
          </a:xfrm>
          <a:custGeom>
            <a:avLst/>
            <a:gdLst/>
            <a:ahLst/>
            <a:cxnLst/>
            <a:rect r="r" b="b" t="t" l="l"/>
            <a:pathLst>
              <a:path h="7788964" w="8174736">
                <a:moveTo>
                  <a:pt x="0" y="0"/>
                </a:moveTo>
                <a:lnTo>
                  <a:pt x="8174736" y="0"/>
                </a:lnTo>
                <a:lnTo>
                  <a:pt x="8174736" y="7788964"/>
                </a:lnTo>
                <a:lnTo>
                  <a:pt x="0" y="778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0152" y="2552700"/>
            <a:ext cx="8249212" cy="72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Recommends less congested service counters.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Allocates staff and counters according to expected demand.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Tracks library seats, computers, and laboratory slots.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Prevents double bookings and resource-capacity violations.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Suggests alternative facilities or time slots when resources are unavailable.</a:t>
            </a:r>
          </a:p>
          <a:p>
            <a:pPr algn="l" marL="914278" indent="-304759" lvl="2">
              <a:lnSpc>
                <a:spcPts val="479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995392" y="2947035"/>
            <a:ext cx="7053596" cy="65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Resource capacity, availability, staff count, expected demand, waiting-time target.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resource utilization and reduced avoidable waiting.</a:t>
            </a:r>
          </a:p>
          <a:p>
            <a:pPr algn="ctr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95593" y="517512"/>
            <a:ext cx="1079959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8"/>
              </a:lnSpc>
            </a:pPr>
            <a:r>
              <a:rPr lang="en-US" sz="4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4: Campus Analytics, Simulation and Performance Evaluation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15898" y="2037931"/>
            <a:ext cx="8174736" cy="7788964"/>
          </a:xfrm>
          <a:custGeom>
            <a:avLst/>
            <a:gdLst/>
            <a:ahLst/>
            <a:cxnLst/>
            <a:rect r="r" b="b" t="t" l="l"/>
            <a:pathLst>
              <a:path h="7788964" w="8174736">
                <a:moveTo>
                  <a:pt x="0" y="0"/>
                </a:moveTo>
                <a:lnTo>
                  <a:pt x="8174736" y="0"/>
                </a:lnTo>
                <a:lnTo>
                  <a:pt x="8174736" y="7788964"/>
                </a:lnTo>
                <a:lnTo>
                  <a:pt x="0" y="778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65860" y="2689860"/>
            <a:ext cx="8249212" cy="72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Displays queue status, estimated waits, and resource availability.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Generates historical facility and service reports.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Simulates changes such as adding counters or increasing staff.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Compares predicted waiting times with actual service results.</a:t>
            </a:r>
          </a:p>
          <a:p>
            <a:pPr algn="l" marL="914278" indent="-304759" lvl="2">
              <a:lnSpc>
                <a:spcPts val="4798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Evaluates queue correctness, prediction accuracy, and resource utilization.</a:t>
            </a:r>
          </a:p>
          <a:p>
            <a:pPr algn="l" marL="914278" indent="-304759" lvl="2">
              <a:lnSpc>
                <a:spcPts val="479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995392" y="2947035"/>
            <a:ext cx="7053596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error, average waiting time, utilization rate, response time.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4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Data-driven campus management and measurable system performance.</a:t>
            </a:r>
          </a:p>
          <a:p>
            <a:pPr algn="ctr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10125" y="1716386"/>
            <a:ext cx="12137498" cy="8056264"/>
            <a:chOff x="0" y="0"/>
            <a:chExt cx="16183331" cy="107416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83356" cy="10741660"/>
            </a:xfrm>
            <a:custGeom>
              <a:avLst/>
              <a:gdLst/>
              <a:ahLst/>
              <a:cxnLst/>
              <a:rect r="r" b="b" t="t" l="l"/>
              <a:pathLst>
                <a:path h="10741660" w="16183356">
                  <a:moveTo>
                    <a:pt x="0" y="0"/>
                  </a:moveTo>
                  <a:lnTo>
                    <a:pt x="16183356" y="0"/>
                  </a:lnTo>
                  <a:lnTo>
                    <a:pt x="16183356" y="10741660"/>
                  </a:lnTo>
                  <a:lnTo>
                    <a:pt x="0" y="1074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" r="0" b="-1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817870" y="628650"/>
            <a:ext cx="665226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SAMPLE OUTPUT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315951" y="1231887"/>
            <a:ext cx="565608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2755" y="2700338"/>
            <a:ext cx="12762481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uncertainty about student waiting times.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Helps identify peak hours before congestion becomes severe.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Improves utilization of available staff and campus resources.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manual queue management and scheduling effort.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Supports transparent, data-driven campus decisions.</a:t>
            </a:r>
          </a:p>
          <a:p>
            <a:pPr algn="l" marL="931420" indent="-310473" lvl="2">
              <a:lnSpc>
                <a:spcPts val="488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603237"/>
            <a:chOff x="0" y="0"/>
            <a:chExt cx="14630400" cy="804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04291"/>
            </a:xfrm>
            <a:custGeom>
              <a:avLst/>
              <a:gdLst/>
              <a:ahLst/>
              <a:cxnLst/>
              <a:rect r="r" b="b" t="t" l="l"/>
              <a:pathLst>
                <a:path h="80429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04291"/>
                  </a:lnTo>
                  <a:lnTo>
                    <a:pt x="0" y="804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193" r="0" b="-3041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800600"/>
            <a:ext cx="685800" cy="685800"/>
            <a:chOff x="0" y="0"/>
            <a:chExt cx="914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4764881"/>
            <a:ext cx="685800" cy="721519"/>
            <a:chOff x="0" y="0"/>
            <a:chExt cx="914400" cy="962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5930741"/>
            <a:ext cx="685800" cy="721519"/>
            <a:chOff x="0" y="0"/>
            <a:chExt cx="914400" cy="9620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62025"/>
            </a:xfrm>
            <a:custGeom>
              <a:avLst/>
              <a:gdLst/>
              <a:ahLst/>
              <a:cxnLst/>
              <a:rect r="r" b="b" t="t" l="l"/>
              <a:pathLst>
                <a:path h="962025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986" t="0" r="-8498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14400" cy="100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315951" y="1231887"/>
            <a:ext cx="565608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34174" y="2561272"/>
            <a:ext cx="13819642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CampusFlow integrates queue management, prediction, and resource allocation.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C++ algorithms support efficient queue processing and decision-making.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Historical data enables demand forecasting and performance evaluation.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dashboard improves visibility into campus services and availability.</a:t>
            </a:r>
          </a:p>
          <a:p>
            <a:pPr algn="l" marL="931420" indent="-310473" lvl="2">
              <a:lnSpc>
                <a:spcPts val="4889"/>
              </a:lnSpc>
              <a:buFont typeface="Arial"/>
              <a:buChar char="⚬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system has the potential to improve campus service efficiency through measurable, data-driven optimization.</a:t>
            </a:r>
          </a:p>
          <a:p>
            <a:pPr algn="l" marL="931420" indent="-310473" lvl="2">
              <a:lnSpc>
                <a:spcPts val="488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60112" y="2847975"/>
            <a:ext cx="12255694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77"/>
              </a:lnSpc>
            </a:pPr>
            <a:r>
              <a:rPr lang="en-US" sz="1939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DAHYy4s2-vU</dc:identifier>
  <dcterms:modified xsi:type="dcterms:W3CDTF">2011-08-01T06:04:30Z</dcterms:modified>
  <cp:revision>1</cp:revision>
  <dc:title>C++ PRESENTATION1.pptx.pptx</dc:title>
</cp:coreProperties>
</file>